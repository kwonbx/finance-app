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5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</a:t>
            </a:r>
            <a:r>
              <a:rPr lang="pl-PL" dirty="0">
                <a:highlight>
                  <a:srgbClr val="00FF00"/>
                </a:highlight>
              </a:rPr>
              <a:t>podział na wydatki</a:t>
            </a:r>
            <a:r>
              <a:rPr lang="pl-PL" dirty="0"/>
              <a:t>/przychody stałe i jednorazowe. </a:t>
            </a:r>
            <a:r>
              <a:rPr lang="pl-PL" dirty="0">
                <a:highlight>
                  <a:srgbClr val="00FF00"/>
                </a:highlight>
              </a:rPr>
              <a:t>Precyzyjne filtrowanie i wyszukiwanie kosztów.</a:t>
            </a:r>
          </a:p>
          <a:p>
            <a:r>
              <a:rPr lang="pl-PL" dirty="0">
                <a:highlight>
                  <a:srgbClr val="00FF00"/>
                </a:highlight>
              </a:rPr>
              <a:t>Analityka – podsumowania tygodniowe i miesięczne oraz porównanie wydatków z założonym limitem.</a:t>
            </a:r>
          </a:p>
          <a:p>
            <a:r>
              <a:rPr lang="pl-PL" dirty="0"/>
              <a:t>Mapa sklepów oraz listy zakupowe – 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Dodawanie użytkowników do grupy.</a:t>
            </a:r>
          </a:p>
          <a:p>
            <a:r>
              <a:rPr lang="pl-PL" dirty="0">
                <a:highlight>
                  <a:srgbClr val="00FF00"/>
                </a:highlight>
              </a:rPr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highlight>
                  <a:srgbClr val="00FF00"/>
                </a:highlight>
              </a:rPr>
              <a:t>Wykorzystanie </a:t>
            </a:r>
            <a:r>
              <a:rPr lang="en-US" dirty="0">
                <a:highlight>
                  <a:srgbClr val="00FF00"/>
                </a:highlight>
              </a:rPr>
              <a:t>Google ML Kit </a:t>
            </a:r>
            <a:r>
              <a:rPr lang="pl-PL" dirty="0">
                <a:highlight>
                  <a:srgbClr val="00FF00"/>
                </a:highlight>
              </a:rPr>
              <a:t>do rozpoznawania tekstu na paragonie. W założeniu, system będzie automatycznie rozpoznawał:</a:t>
            </a:r>
          </a:p>
          <a:p>
            <a:r>
              <a:rPr lang="pl-PL" dirty="0">
                <a:highlight>
                  <a:srgbClr val="00FF00"/>
                </a:highlight>
              </a:rPr>
              <a:t>całkowitą kwotę,</a:t>
            </a:r>
          </a:p>
          <a:p>
            <a:r>
              <a:rPr lang="pl-PL" dirty="0">
                <a:highlight>
                  <a:srgbClr val="00FF00"/>
                </a:highlight>
              </a:rPr>
              <a:t>datę zakupu,</a:t>
            </a:r>
          </a:p>
          <a:p>
            <a:r>
              <a:rPr lang="pl-PL" dirty="0">
                <a:highlight>
                  <a:srgbClr val="00FF00"/>
                </a:highlight>
              </a:rPr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Możliwość wyboru motywu</a:t>
            </a:r>
          </a:p>
          <a:p>
            <a:r>
              <a:rPr lang="pl-PL" dirty="0">
                <a:highlight>
                  <a:srgbClr val="00FF00"/>
                </a:highlight>
              </a:rPr>
              <a:t>Strona główna z podsumowaniem</a:t>
            </a:r>
          </a:p>
          <a:p>
            <a:r>
              <a:rPr lang="pl-PL" dirty="0"/>
              <a:t>Strona z analizą – wykresy</a:t>
            </a:r>
          </a:p>
          <a:p>
            <a:r>
              <a:rPr lang="pl-PL" dirty="0"/>
              <a:t>Wykres kołowy przedstawiający procentowy podział na kategorie</a:t>
            </a:r>
          </a:p>
          <a:p>
            <a:r>
              <a:rPr lang="pl-PL" dirty="0"/>
              <a:t>Wykres liniowy porównujący wydatki oraz przychody</a:t>
            </a:r>
          </a:p>
          <a:p>
            <a:r>
              <a:rPr lang="pl-PL" dirty="0"/>
              <a:t>Widok portfela osobistego oraz rodzinnego </a:t>
            </a:r>
            <a:r>
              <a:rPr lang="pl-PL" dirty="0">
                <a:highlight>
                  <a:srgbClr val="00FF00"/>
                </a:highlight>
              </a:rPr>
              <a:t>(zrobione dla wydatków)</a:t>
            </a:r>
          </a:p>
          <a:p>
            <a:r>
              <a:rPr lang="pl-PL" dirty="0">
                <a:highlight>
                  <a:srgbClr val="00FF00"/>
                </a:highlight>
              </a:rPr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189</Words>
  <Application>Microsoft Office PowerPoint</Application>
  <PresentationFormat>Panoramiczny</PresentationFormat>
  <Paragraphs>31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Zofia Kapcińska</cp:lastModifiedBy>
  <cp:revision>6</cp:revision>
  <dcterms:created xsi:type="dcterms:W3CDTF">2026-05-18T11:07:02Z</dcterms:created>
  <dcterms:modified xsi:type="dcterms:W3CDTF">2026-06-10T10:43:46Z</dcterms:modified>
</cp:coreProperties>
</file>