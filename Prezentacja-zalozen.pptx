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18.05.2026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podział na wydatki/przychody stałe i jednorazowe. Precyzyjne filtrowanie i wyszukiwanie kosztów.</a:t>
            </a:r>
          </a:p>
          <a:p>
            <a:r>
              <a:rPr lang="pl-PL" dirty="0"/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Dodawanie użytkowników do grupy.</a:t>
            </a:r>
          </a:p>
          <a:p>
            <a:r>
              <a:rPr lang="pl-PL" dirty="0"/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Wykorzystanie </a:t>
            </a:r>
            <a:r>
              <a:rPr lang="en-US" dirty="0"/>
              <a:t>Google ML Kit </a:t>
            </a:r>
            <a:r>
              <a:rPr lang="pl-PL" dirty="0"/>
              <a:t>do rozpoznawania tekstu na paragonie. W założeniu, system będzie automatycznie rozpoznawał:</a:t>
            </a:r>
          </a:p>
          <a:p>
            <a:r>
              <a:rPr lang="pl-PL" dirty="0"/>
              <a:t>całkowitą kwotę,</a:t>
            </a:r>
          </a:p>
          <a:p>
            <a:r>
              <a:rPr lang="pl-PL" dirty="0"/>
              <a:t>datę zakupu,</a:t>
            </a:r>
          </a:p>
          <a:p>
            <a:r>
              <a:rPr lang="pl-PL" dirty="0"/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143</Words>
  <Application>Microsoft Office PowerPoint</Application>
  <PresentationFormat>Panoramiczny</PresentationFormat>
  <Paragraphs>23</Paragraphs>
  <Slides>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Zofia Kapcińska</cp:lastModifiedBy>
  <cp:revision>1</cp:revision>
  <dcterms:created xsi:type="dcterms:W3CDTF">2026-05-18T11:07:02Z</dcterms:created>
  <dcterms:modified xsi:type="dcterms:W3CDTF">2026-05-18T11:10:01Z</dcterms:modified>
</cp:coreProperties>
</file>