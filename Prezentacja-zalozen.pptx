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5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ECC478-6AFC-0D82-1BBE-FD7568E0C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98BE5E8-BD9C-55D2-0CAF-A8B4FB234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2A6AC39-CC1D-8840-2F58-55412FCD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DBFE666-2995-2DAD-61AE-7BB1F58C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7A2AA33-237B-B5F1-BD9A-78323A26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7880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BB245D-66C9-1012-8FB6-72B73EF5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0F81E3-92D3-358D-D7A0-78A61D3A1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FEC114D-7C5A-7A2B-A282-D0354A8C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C643940-840E-9D5F-D938-94B24EED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D16CCB7-99FC-5A9A-3DCE-B04DED6E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293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A1AB4D-4F3C-C302-6820-9729B08E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42508EB-8DE7-C703-4847-89C8A28FC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F316F1F-76DF-C086-E4F0-B6539F66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4E46BF2-AAF2-AE54-0335-5A82849A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4699B3-BCD8-3D1B-BF34-29A19188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5260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7D9C05-66F7-60E5-403B-CDBEBEE46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910E485-315B-4D54-CB27-79755D7F3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79EAC7B-4A53-8AC7-07F8-752A5F954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3392A1E-85CB-BFB6-83D6-5B5B0D9C6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DBEAE0F-B279-5638-88BF-B92C576D3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3129363-97D2-E247-814A-09C04A03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5826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9C0759-A912-20F3-CD4B-143F18C2E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57F8A25-9033-9367-D821-D91FF3C7E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0066D97-5FA9-6E21-46D6-5B753F00A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6C2C68B-92E5-7C58-71EA-99A8276B7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8898513-2CDA-2719-D10F-BDCA1BF3F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A1AA8750-1181-5F1A-3B60-87AF4B197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263EE4F-AA6E-01E2-586E-7D76EC8B2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3DE5EFFC-0821-1C6C-4B4F-D3EA25FB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7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1524E4-153D-C27B-CBC9-2D5971DE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93A80F6-9F10-C1DE-FB18-63AF3A68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3D87A7E-13D4-2A46-8D91-FE202BC8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6428DB2-B574-40AE-7828-B1329734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9820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5F92EFDD-4CEB-8F85-3EFA-E0AA235CA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2E8E6FE3-4DBE-DE0F-A6A5-49DC644BB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DC597CE-D944-D0DF-6F4C-734F483F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1590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E93487-CB19-E8ED-06C5-9137E4D9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063D62-1031-967C-2F34-6C9684A92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0E5B78C-EC7F-191A-0DE7-8B34F349A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7206EA1-ED52-6E6C-7FE3-E51F32BCB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D40CB19-9D41-2BB1-F09D-CDA92AA3A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281854F-F22C-B106-E258-5383E981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5300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CEFCB4-17D1-9880-353F-87FEB157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E88A269-BBF0-144F-8332-F6D858D33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3680854-3443-A7BF-4B22-58B7E779E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2766EE8-E193-F3E4-78FC-7CC74959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211A51E-3625-41AC-09AE-F0FC3141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1DBC9AF-540B-C309-BB24-170FC71A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107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B4E576-8875-89FC-9A15-1C09BB7C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682BDED-DDB3-E29C-FA5A-B0D123D48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5A7AB6C-E1E7-6C2E-0738-0FAF9598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ED030DE-04F4-BA99-DD44-1A37C5F2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732A730-C9B1-5460-3BD7-B23730B8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0021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6E046607-3B8D-83C0-8673-43522B8EC9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71AD1BF-733F-BA10-B14F-6D03FAB12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6B7950A-A84F-4802-8FAF-E72CCC2F6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2AD6722-3B8E-B0EA-B467-D07CABF9C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E12F546-C328-BEED-EE24-7F4478FA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367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AECE7AC-47A7-5DA9-4B23-74553987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7D22523-23A1-0D81-B968-7E09E5D0D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921AC42-9558-A4FF-155D-4382BCCE8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85077-6AEA-4ED0-AE91-480E49AAB448}" type="datetimeFigureOut">
              <a:rPr lang="pl-PL" smtClean="0"/>
              <a:t>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B4851FF-2165-CF02-A4F3-56939E4D20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C4E9965-5609-D3A5-CFB8-36E1D927D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D3887-33C8-45B3-A756-68C13DFB303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429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54C618-C331-B238-2A25-6BD03E210D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WeSpend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1D3C734-B207-10FC-30E0-247D7E8269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Aplikacja do zarządzania finansami</a:t>
            </a:r>
          </a:p>
          <a:p>
            <a:r>
              <a:rPr lang="pl-PL" sz="1400" dirty="0"/>
              <a:t>Autorzy: Zofia Kapcińska 160227, Dominik </a:t>
            </a:r>
            <a:r>
              <a:rPr lang="pl-PL" sz="1400" dirty="0" err="1"/>
              <a:t>Durlik</a:t>
            </a:r>
            <a:r>
              <a:rPr lang="pl-PL" sz="1400" dirty="0"/>
              <a:t> 160111</a:t>
            </a:r>
          </a:p>
        </p:txBody>
      </p:sp>
    </p:spTree>
    <p:extLst>
      <p:ext uri="{BB962C8B-B14F-4D97-AF65-F5344CB8AC3E}">
        <p14:creationId xmlns:p14="http://schemas.microsoft.com/office/powerpoint/2010/main" val="3924028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71A2E0-2FAE-04A0-72FF-A0EAC07C6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4036"/>
            <a:ext cx="10515600" cy="1325563"/>
          </a:xfrm>
        </p:spPr>
        <p:txBody>
          <a:bodyPr/>
          <a:lstStyle/>
          <a:p>
            <a:pPr algn="ctr"/>
            <a:r>
              <a:rPr lang="pl-PL" dirty="0"/>
              <a:t>Główny cel aplikacji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5C7AF56-9466-1F13-ABD8-3F8F3B759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8402"/>
            <a:ext cx="10515600" cy="2265363"/>
          </a:xfrm>
        </p:spPr>
        <p:txBody>
          <a:bodyPr/>
          <a:lstStyle/>
          <a:p>
            <a:pPr marL="0" indent="0" algn="ctr">
              <a:buNone/>
            </a:pPr>
            <a:r>
              <a:rPr lang="pl-PL" dirty="0"/>
              <a:t>Pomoc użytkownikom w kontrolowaniu domowego budżetu, śledzeniu wydatków oraz planowaniu oszczędności.</a:t>
            </a:r>
          </a:p>
        </p:txBody>
      </p:sp>
    </p:spTree>
    <p:extLst>
      <p:ext uri="{BB962C8B-B14F-4D97-AF65-F5344CB8AC3E}">
        <p14:creationId xmlns:p14="http://schemas.microsoft.com/office/powerpoint/2010/main" val="3540058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B14A5E-B8BD-9EE8-EA2F-24D3DBE8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Główne funkcjonalności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2C9AF4-2CB3-61F8-8A5D-FD349C8A2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Kategoryzacja – podział na wydatki/przychody stałe i jednorazowe. Precyzyjne filtrowanie i wyszukiwanie kosztów.</a:t>
            </a:r>
          </a:p>
          <a:p>
            <a:r>
              <a:rPr lang="pl-PL" dirty="0">
                <a:highlight>
                  <a:srgbClr val="00FF00"/>
                </a:highlight>
              </a:rPr>
              <a:t>Analityka – podsumowania tygodniowe i miesięczne oraz porównanie wydatków z założonym limitem.</a:t>
            </a:r>
          </a:p>
          <a:p>
            <a:r>
              <a:rPr lang="pl-PL" dirty="0"/>
              <a:t>Mapa sklepów oraz listy zakupowe – podsumowanie wydatków w danym sklepie.</a:t>
            </a:r>
          </a:p>
        </p:txBody>
      </p:sp>
    </p:spTree>
    <p:extLst>
      <p:ext uri="{BB962C8B-B14F-4D97-AF65-F5344CB8AC3E}">
        <p14:creationId xmlns:p14="http://schemas.microsoft.com/office/powerpoint/2010/main" val="220419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AAA8EF-84DF-4983-9BB6-A1A3A10C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Funkcja Rodzina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C1DA1E2-535A-D0A6-0590-53420F336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highlight>
                  <a:srgbClr val="00FF00"/>
                </a:highlight>
              </a:rPr>
              <a:t>Dodawanie użytkowników do grupy.</a:t>
            </a:r>
          </a:p>
          <a:p>
            <a:r>
              <a:rPr lang="pl-PL" dirty="0"/>
              <a:t>Podgląd wydatków wszystkich członków.</a:t>
            </a:r>
          </a:p>
          <a:p>
            <a:r>
              <a:rPr lang="pl-PL" dirty="0"/>
              <a:t>Wspólne cele finansowe, oszczędzanie.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8946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92DFC5-F6CE-19C5-1762-100808E9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highlight>
                  <a:srgbClr val="00FF00"/>
                </a:highlight>
              </a:rPr>
              <a:t>Skanowanie paragonów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493CA6-10EB-3799-D550-9A59F34DE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highlight>
                  <a:srgbClr val="00FF00"/>
                </a:highlight>
              </a:rPr>
              <a:t>Wykorzystanie </a:t>
            </a:r>
            <a:r>
              <a:rPr lang="en-US" dirty="0">
                <a:highlight>
                  <a:srgbClr val="00FF00"/>
                </a:highlight>
              </a:rPr>
              <a:t>Google ML Kit </a:t>
            </a:r>
            <a:r>
              <a:rPr lang="pl-PL" dirty="0">
                <a:highlight>
                  <a:srgbClr val="00FF00"/>
                </a:highlight>
              </a:rPr>
              <a:t>do rozpoznawania tekstu na paragonie. W założeniu, system będzie automatycznie rozpoznawał:</a:t>
            </a:r>
          </a:p>
          <a:p>
            <a:r>
              <a:rPr lang="pl-PL" dirty="0">
                <a:highlight>
                  <a:srgbClr val="00FF00"/>
                </a:highlight>
              </a:rPr>
              <a:t>całkowitą kwotę,</a:t>
            </a:r>
          </a:p>
          <a:p>
            <a:r>
              <a:rPr lang="pl-PL" dirty="0">
                <a:highlight>
                  <a:srgbClr val="00FF00"/>
                </a:highlight>
              </a:rPr>
              <a:t>datę zakupu,</a:t>
            </a:r>
          </a:p>
          <a:p>
            <a:r>
              <a:rPr lang="pl-PL" dirty="0">
                <a:highlight>
                  <a:srgbClr val="00FF00"/>
                </a:highlight>
              </a:rPr>
              <a:t>nazwę sklepu.</a:t>
            </a:r>
          </a:p>
        </p:txBody>
      </p:sp>
    </p:spTree>
    <p:extLst>
      <p:ext uri="{BB962C8B-B14F-4D97-AF65-F5344CB8AC3E}">
        <p14:creationId xmlns:p14="http://schemas.microsoft.com/office/powerpoint/2010/main" val="283444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DF6723-7014-D59E-4C73-132C954E6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Interfejs użytkownika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5F4388-65B1-3E90-FC5D-A228A8014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Możliwość wyboru motywu</a:t>
            </a:r>
          </a:p>
          <a:p>
            <a:r>
              <a:rPr lang="pl-PL" dirty="0">
                <a:highlight>
                  <a:srgbClr val="00FF00"/>
                </a:highlight>
              </a:rPr>
              <a:t>Strona główna z podsumowaniem</a:t>
            </a:r>
          </a:p>
          <a:p>
            <a:r>
              <a:rPr lang="pl-PL" dirty="0"/>
              <a:t>Strona z analizą – wykresy</a:t>
            </a:r>
          </a:p>
          <a:p>
            <a:r>
              <a:rPr lang="pl-PL" dirty="0"/>
              <a:t>Wykres kołowy przedstawiający procentowy podział na kategorie</a:t>
            </a:r>
          </a:p>
          <a:p>
            <a:r>
              <a:rPr lang="pl-PL" dirty="0"/>
              <a:t>Wykres liniowy porównujący wydatki oraz przychody</a:t>
            </a:r>
          </a:p>
          <a:p>
            <a:r>
              <a:rPr lang="pl-PL" dirty="0"/>
              <a:t>Widok portfela osobistego oraz rodzinnego</a:t>
            </a:r>
          </a:p>
          <a:p>
            <a:r>
              <a:rPr lang="pl-PL" dirty="0">
                <a:highlight>
                  <a:srgbClr val="00FF00"/>
                </a:highlight>
              </a:rPr>
              <a:t>Przycisk przekierowujący do dodania wydatku ręcznie lub z paragonu</a:t>
            </a:r>
          </a:p>
        </p:txBody>
      </p:sp>
    </p:spTree>
    <p:extLst>
      <p:ext uri="{BB962C8B-B14F-4D97-AF65-F5344CB8AC3E}">
        <p14:creationId xmlns:p14="http://schemas.microsoft.com/office/powerpoint/2010/main" val="314768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741EE0-6F6A-FE07-E9B4-D24DFC1C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Planowany </a:t>
            </a:r>
            <a:r>
              <a:rPr lang="pl-PL" dirty="0" err="1"/>
              <a:t>stack</a:t>
            </a:r>
            <a:r>
              <a:rPr lang="pl-PL" dirty="0"/>
              <a:t> technologiczny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3C93D7-537A-B676-065A-6F15AE80E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Kotlin, </a:t>
            </a:r>
            <a:r>
              <a:rPr lang="pl-PL" dirty="0" err="1"/>
              <a:t>Jetpack</a:t>
            </a:r>
            <a:r>
              <a:rPr lang="pl-PL" dirty="0"/>
              <a:t> </a:t>
            </a:r>
            <a:r>
              <a:rPr lang="pl-PL" dirty="0" err="1"/>
              <a:t>Compose</a:t>
            </a:r>
            <a:r>
              <a:rPr lang="pl-PL" dirty="0"/>
              <a:t> oraz </a:t>
            </a:r>
            <a:r>
              <a:rPr lang="pl-PL" dirty="0" err="1"/>
              <a:t>Material</a:t>
            </a:r>
            <a:r>
              <a:rPr lang="pl-PL" dirty="0"/>
              <a:t> Design 3</a:t>
            </a:r>
          </a:p>
          <a:p>
            <a:r>
              <a:rPr lang="pl-PL" dirty="0" err="1"/>
              <a:t>Firebase</a:t>
            </a:r>
            <a:endParaRPr lang="pl-PL" dirty="0"/>
          </a:p>
          <a:p>
            <a:r>
              <a:rPr lang="pl-PL" dirty="0"/>
              <a:t>Google ML Kit </a:t>
            </a:r>
            <a:r>
              <a:rPr lang="pl-PL" dirty="0" err="1"/>
              <a:t>Text</a:t>
            </a:r>
            <a:r>
              <a:rPr lang="pl-PL" dirty="0"/>
              <a:t> </a:t>
            </a:r>
            <a:r>
              <a:rPr lang="pl-PL" dirty="0" err="1"/>
              <a:t>Recognition</a:t>
            </a:r>
            <a:r>
              <a:rPr lang="pl-PL" dirty="0"/>
              <a:t> v2</a:t>
            </a:r>
          </a:p>
          <a:p>
            <a:r>
              <a:rPr lang="pl-PL" dirty="0"/>
              <a:t>Google </a:t>
            </a:r>
            <a:r>
              <a:rPr lang="pl-PL" dirty="0" err="1"/>
              <a:t>Maps</a:t>
            </a:r>
            <a:r>
              <a:rPr lang="pl-PL" dirty="0"/>
              <a:t> </a:t>
            </a:r>
            <a:r>
              <a:rPr lang="pl-PL" dirty="0" err="1"/>
              <a:t>Compose</a:t>
            </a:r>
            <a:r>
              <a:rPr lang="pl-PL" dirty="0"/>
              <a:t> SDK</a:t>
            </a:r>
          </a:p>
        </p:txBody>
      </p:sp>
    </p:spTree>
    <p:extLst>
      <p:ext uri="{BB962C8B-B14F-4D97-AF65-F5344CB8AC3E}">
        <p14:creationId xmlns:p14="http://schemas.microsoft.com/office/powerpoint/2010/main" val="170900743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184</Words>
  <Application>Microsoft Office PowerPoint</Application>
  <PresentationFormat>Panoramiczny</PresentationFormat>
  <Paragraphs>31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Motyw pakietu Office</vt:lpstr>
      <vt:lpstr>WeSpend</vt:lpstr>
      <vt:lpstr>Główny cel aplikacji</vt:lpstr>
      <vt:lpstr>Główne funkcjonalności</vt:lpstr>
      <vt:lpstr>Funkcja Rodzina</vt:lpstr>
      <vt:lpstr>Skanowanie paragonów</vt:lpstr>
      <vt:lpstr>Interfejs użytkownika</vt:lpstr>
      <vt:lpstr>Planowany stack technologiczny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Zofia Kapcińska</dc:creator>
  <cp:lastModifiedBy>Zofia Kapcińska</cp:lastModifiedBy>
  <cp:revision>5</cp:revision>
  <dcterms:created xsi:type="dcterms:W3CDTF">2026-05-18T11:07:02Z</dcterms:created>
  <dcterms:modified xsi:type="dcterms:W3CDTF">2026-06-09T20:43:08Z</dcterms:modified>
</cp:coreProperties>
</file>