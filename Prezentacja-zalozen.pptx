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podział na wydatki/przychody stałe i jednorazowe. Precyzyjne filtrowanie i wyszukiwanie kosztów.</a:t>
            </a:r>
          </a:p>
          <a:p>
            <a:r>
              <a:rPr lang="pl-PL" dirty="0"/>
              <a:t>Analityka – podsumowania tygodniowe i miesięczne oraz porównanie wydatków z założonym limitem.</a:t>
            </a:r>
          </a:p>
          <a:p>
            <a:r>
              <a:rPr lang="pl-PL" dirty="0"/>
              <a:t>Mapa sklepów oraz listy zakupowe – 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Dodawanie użytkowników do grupy.</a:t>
            </a:r>
          </a:p>
          <a:p>
            <a:r>
              <a:rPr lang="pl-PL" dirty="0"/>
              <a:t>Podgląd wydatków wszystkich członków.</a:t>
            </a:r>
          </a:p>
          <a:p>
            <a:r>
              <a:rPr lang="pl-PL" dirty="0"/>
              <a:t>Wspólne cele finansowe, oszczędzanie.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Wykorzystanie </a:t>
            </a:r>
            <a:r>
              <a:rPr lang="en-US" dirty="0"/>
              <a:t>Google ML Kit </a:t>
            </a:r>
            <a:r>
              <a:rPr lang="pl-PL" dirty="0"/>
              <a:t>do rozpoznawania tekstu na paragonie. W założeniu, system będzie automatycznie rozpoznawał:</a:t>
            </a:r>
          </a:p>
          <a:p>
            <a:r>
              <a:rPr lang="pl-PL" dirty="0"/>
              <a:t>całkowitą kwotę,</a:t>
            </a:r>
          </a:p>
          <a:p>
            <a:r>
              <a:rPr lang="pl-PL" dirty="0"/>
              <a:t>datę zakupu,</a:t>
            </a:r>
          </a:p>
          <a:p>
            <a:r>
              <a:rPr lang="pl-PL" dirty="0"/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DF6723-7014-D59E-4C73-132C954E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Interfejs użytkownika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85F4388-65B1-3E90-FC5D-A228A8014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Możliwość wyboru motywu</a:t>
            </a:r>
          </a:p>
          <a:p>
            <a:r>
              <a:rPr lang="pl-PL" dirty="0"/>
              <a:t>Strona główna z podsumowaniem</a:t>
            </a:r>
          </a:p>
          <a:p>
            <a:r>
              <a:rPr lang="pl-PL" dirty="0"/>
              <a:t>Strona z analizą – wykresy</a:t>
            </a:r>
          </a:p>
          <a:p>
            <a:r>
              <a:rPr lang="pl-PL" dirty="0"/>
              <a:t>Wykres kołowy przedstawiający procentowy podział na kategorie</a:t>
            </a:r>
          </a:p>
          <a:p>
            <a:r>
              <a:rPr lang="pl-PL" dirty="0"/>
              <a:t>Wykres liniowy porównujący wydatki oraz przychody</a:t>
            </a:r>
          </a:p>
          <a:p>
            <a:r>
              <a:rPr lang="pl-PL" dirty="0"/>
              <a:t>Widok portfela osobistego oraz rodzinnego</a:t>
            </a:r>
          </a:p>
          <a:p>
            <a:r>
              <a:rPr lang="pl-PL" dirty="0"/>
              <a:t>Przycisk przekierowujący do dodania wydatku ręcznie lub z paragonu</a:t>
            </a:r>
          </a:p>
        </p:txBody>
      </p:sp>
    </p:spTree>
    <p:extLst>
      <p:ext uri="{BB962C8B-B14F-4D97-AF65-F5344CB8AC3E}">
        <p14:creationId xmlns:p14="http://schemas.microsoft.com/office/powerpoint/2010/main" val="314768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184</Words>
  <Application>Microsoft Office PowerPoint</Application>
  <PresentationFormat>Panoramiczny</PresentationFormat>
  <Paragraphs>31</Paragraphs>
  <Slides>7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Interfejs użytkownika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Zofia Kapcińska</cp:lastModifiedBy>
  <cp:revision>2</cp:revision>
  <dcterms:created xsi:type="dcterms:W3CDTF">2026-05-18T11:07:02Z</dcterms:created>
  <dcterms:modified xsi:type="dcterms:W3CDTF">2026-05-18T11:20:28Z</dcterms:modified>
</cp:coreProperties>
</file>